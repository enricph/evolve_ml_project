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d147a6bd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d147a6bd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147a6bd4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147a6bd4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147a6bd48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147a6bd48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d147a6bd48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d147a6bd48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147a6bd48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147a6bd48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994799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 de Fidelización y Recompra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Objetivos</a:t>
            </a:r>
            <a:endParaRPr/>
          </a:p>
        </p:txBody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Objetivos del análisis / modelo</a:t>
            </a:r>
            <a:endParaRPr sz="1200"/>
          </a:p>
        </p:txBody>
      </p:sp>
      <p:sp>
        <p:nvSpPr>
          <p:cNvPr id="61" name="Google Shape;61;p14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Objetivos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A</a:t>
            </a:r>
            <a:r>
              <a:rPr lang="en">
                <a:solidFill>
                  <a:schemeClr val="lt1"/>
                </a:solidFill>
              </a:rPr>
              <a:t>sunciones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Criterios que he adoptado, flitrados de datos, eliminación de nulos, ….</a:t>
            </a:r>
            <a:endParaRPr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Insights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435181" y="3904945"/>
            <a:ext cx="25662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0" name="Google Shape;70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076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410076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262206" y="3904945"/>
            <a:ext cx="25662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3" name="Google Shape;73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7101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3237101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6150381" y="3904945"/>
            <a:ext cx="25662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observaciones</a:t>
            </a:r>
            <a:endParaRPr sz="1100"/>
          </a:p>
        </p:txBody>
      </p:sp>
      <p:pic>
        <p:nvPicPr>
          <p:cNvPr id="76" name="Google Shape;76;p15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276" y="1524033"/>
            <a:ext cx="2566119" cy="2091461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6125276" y="1101125"/>
            <a:ext cx="25662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Título Gráfico </a:t>
            </a:r>
            <a:endParaRPr b="1" sz="145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Modelo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952136" y="3904949"/>
            <a:ext cx="31167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observaciones</a:t>
            </a:r>
            <a:endParaRPr sz="1100"/>
          </a:p>
        </p:txBody>
      </p:sp>
      <p:sp>
        <p:nvSpPr>
          <p:cNvPr id="84" name="Google Shape;84;p16"/>
          <p:cNvSpPr txBox="1"/>
          <p:nvPr>
            <p:ph idx="1" type="body"/>
          </p:nvPr>
        </p:nvSpPr>
        <p:spPr>
          <a:xfrm>
            <a:off x="921645" y="1101125"/>
            <a:ext cx="31167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Curva ROC</a:t>
            </a:r>
            <a:endParaRPr b="1" sz="1450">
              <a:solidFill>
                <a:schemeClr val="lt1"/>
              </a:solidFill>
            </a:endParaRPr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91185" y="3904949"/>
            <a:ext cx="31167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100"/>
              <a:t>observaciones</a:t>
            </a:r>
            <a:endParaRPr sz="1100"/>
          </a:p>
        </p:txBody>
      </p:sp>
      <p:sp>
        <p:nvSpPr>
          <p:cNvPr id="86" name="Google Shape;86;p16"/>
          <p:cNvSpPr txBox="1"/>
          <p:nvPr>
            <p:ph idx="1" type="body"/>
          </p:nvPr>
        </p:nvSpPr>
        <p:spPr>
          <a:xfrm>
            <a:off x="4760694" y="1101125"/>
            <a:ext cx="3116700" cy="2949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688"/>
              <a:buNone/>
            </a:pPr>
            <a:r>
              <a:rPr b="1" lang="en" sz="1450">
                <a:solidFill>
                  <a:schemeClr val="lt1"/>
                </a:solidFill>
              </a:rPr>
              <a:t>Variables más importantes</a:t>
            </a:r>
            <a:endParaRPr b="1" sz="1450">
              <a:solidFill>
                <a:schemeClr val="lt1"/>
              </a:solidFill>
            </a:endParaRPr>
          </a:p>
        </p:txBody>
      </p:sp>
      <p:pic>
        <p:nvPicPr>
          <p:cNvPr id="87" name="Google Shape;87;p16" title="Points sco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645" y="1548425"/>
            <a:ext cx="3147201" cy="2204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 title="Points scored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0695" y="1548425"/>
            <a:ext cx="3169725" cy="2204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Conclusiones y Próximos pasos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2317350" y="1152475"/>
            <a:ext cx="6515100" cy="933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sz="1200"/>
              <a:t>Principales conclusiones</a:t>
            </a:r>
            <a:endParaRPr sz="1200"/>
          </a:p>
        </p:txBody>
      </p:sp>
      <p:sp>
        <p:nvSpPr>
          <p:cNvPr id="95" name="Google Shape;95;p17"/>
          <p:cNvSpPr/>
          <p:nvPr/>
        </p:nvSpPr>
        <p:spPr>
          <a:xfrm>
            <a:off x="387850" y="1152500"/>
            <a:ext cx="1835100" cy="9330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Conclusiones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387850" y="2221250"/>
            <a:ext cx="1835100" cy="23475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Próximos pasos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97" name="Google Shape;97;p17"/>
          <p:cNvSpPr txBox="1"/>
          <p:nvPr>
            <p:ph idx="1" type="body"/>
          </p:nvPr>
        </p:nvSpPr>
        <p:spPr>
          <a:xfrm>
            <a:off x="2317350" y="2220225"/>
            <a:ext cx="6515100" cy="2347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Posible plan de accion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Estrategia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00"/>
              <a:t>Otros análisis que se propone hacer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200"/>
              <a:t>…</a:t>
            </a:r>
            <a:endParaRPr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(instrucciones)</a:t>
            </a:r>
            <a:endParaRPr/>
          </a:p>
        </p:txBody>
      </p:sp>
      <p:sp>
        <p:nvSpPr>
          <p:cNvPr id="103" name="Google Shape;10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Esto es un propuesta de plantilla para facilitar hacer un powerpoint a aquellos menos habituados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El utilizar esta plantilla es opcional, el que se sienta más cómo con otra la puede utilizar sin problema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Es posible que necesites dos slides de gráficas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En las gráficas podéis pegar directamente las que os salen de python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